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AI/ML-Based Adaptive CPU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Operating System (BCSE303P)</a:t>
            </a:r>
          </a:p>
          <a:p>
            <a:pPr>
              <a:spcAft>
                <a:spcPts val="1400"/>
              </a:spcAft>
              <a:defRPr sz="2100"/>
            </a:pPr>
            <a:r>
              <a:t>Aditya Avva — 24BAI0048</a:t>
            </a:r>
          </a:p>
          <a:p>
            <a:pPr>
              <a:spcAft>
                <a:spcPts val="1400"/>
              </a:spcAft>
              <a:defRPr sz="2100"/>
            </a:pPr>
            <a:r>
              <a:t>Ribhav Aggarwal — 24BAI0246</a:t>
            </a:r>
          </a:p>
          <a:p>
            <a:pPr>
              <a:spcAft>
                <a:spcPts val="1400"/>
              </a:spcAft>
              <a:defRPr sz="2100"/>
            </a:pPr>
            <a:r>
              <a:t>Faculty: Dr. Anisha M. Lal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CPU scheduling affects waiting, turnaround and response times.</a:t>
            </a:r>
          </a:p>
          <a:p>
            <a:pPr>
              <a:spcAft>
                <a:spcPts val="1400"/>
              </a:spcAft>
              <a:defRPr sz="2100"/>
            </a:pPr>
            <a:r>
              <a:t>FCFS, SJF, Priority and Round Robin have different strengths and trade-offs.</a:t>
            </a:r>
          </a:p>
          <a:p>
            <a:pPr>
              <a:spcAft>
                <a:spcPts val="1400"/>
              </a:spcAft>
              <a:defRPr sz="2100"/>
            </a:pPr>
            <a:r>
              <a:t>A fixed policy may not be suitable for every workload.</a:t>
            </a:r>
          </a:p>
          <a:p>
            <a:pPr>
              <a:spcAft>
                <a:spcPts val="1400"/>
              </a:spcAft>
              <a:defRPr sz="2100"/>
            </a:pPr>
            <a:r>
              <a:t>Research question: can workload classification guide policy selection?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Implement four conventional CPU scheduling algorithms.</a:t>
            </a:r>
          </a:p>
          <a:p>
            <a:pPr>
              <a:spcAft>
                <a:spcPts val="1400"/>
              </a:spcAft>
              <a:defRPr sz="2100"/>
            </a:pPr>
            <a:r>
              <a:t>Generate CPU-intensive, I/O-intensive and mixed workloads.</a:t>
            </a:r>
          </a:p>
          <a:p>
            <a:pPr>
              <a:spcAft>
                <a:spcPts val="1400"/>
              </a:spcAft>
              <a:defRPr sz="2100"/>
            </a:pPr>
            <a:r>
              <a:t>Classify workload features using a lightweight ML-style nearest-centroid model.</a:t>
            </a:r>
          </a:p>
          <a:p>
            <a:pPr>
              <a:spcAft>
                <a:spcPts val="1400"/>
              </a:spcAft>
              <a:defRPr sz="2100"/>
            </a:pPr>
            <a:r>
              <a:t>Select a policy from the predicted workload class.</a:t>
            </a:r>
          </a:p>
          <a:p>
            <a:pPr>
              <a:spcAft>
                <a:spcPts val="1400"/>
              </a:spcAft>
              <a:defRPr sz="2100"/>
            </a:pPr>
            <a:r>
              <a:t>Compare metrics on identical process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1. Generate synthetic processes (arrival, burst, priority).</a:t>
            </a:r>
          </a:p>
          <a:p>
            <a:pPr>
              <a:spcAft>
                <a:spcPts val="1400"/>
              </a:spcAft>
              <a:defRPr sz="2100"/>
            </a:pPr>
            <a:r>
              <a:t>2. Extract workload features (mean burst, burst variability, arrival span).</a:t>
            </a:r>
          </a:p>
          <a:p>
            <a:pPr>
              <a:spcAft>
                <a:spcPts val="1400"/>
              </a:spcAft>
              <a:defRPr sz="2100"/>
            </a:pPr>
            <a:r>
              <a:t>3. Classifier predicts workload category.</a:t>
            </a:r>
          </a:p>
          <a:p>
            <a:pPr>
              <a:spcAft>
                <a:spcPts val="1400"/>
              </a:spcAft>
              <a:defRPr sz="2100"/>
            </a:pPr>
            <a:r>
              <a:t>4. Policy map selects SJF / Round Robin / Priority.</a:t>
            </a:r>
          </a:p>
          <a:p>
            <a:pPr>
              <a:spcAft>
                <a:spcPts val="1400"/>
              </a:spcAft>
              <a:defRPr sz="2100"/>
            </a:pPr>
            <a:r>
              <a:t>5. Simulator calculates performance metrics and exports CSV/JSON.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Scheduling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FCFS: execute in arrival order.</a:t>
            </a:r>
          </a:p>
          <a:p>
            <a:pPr>
              <a:spcAft>
                <a:spcPts val="1400"/>
              </a:spcAft>
              <a:defRPr sz="2100"/>
            </a:pPr>
            <a:r>
              <a:t>SJF: select the available process with the shortest CPU burst (non-preemptive).</a:t>
            </a:r>
          </a:p>
          <a:p>
            <a:pPr>
              <a:spcAft>
                <a:spcPts val="1400"/>
              </a:spcAft>
              <a:defRPr sz="2100"/>
            </a:pPr>
            <a:r>
              <a:t>Priority: select the available process with the smallest numeric priority (non-preemptive).</a:t>
            </a:r>
          </a:p>
          <a:p>
            <a:pPr>
              <a:spcAft>
                <a:spcPts val="1400"/>
              </a:spcAft>
              <a:defRPr sz="2100"/>
            </a:pPr>
            <a:r>
              <a:t>Round Robin: rotate ready processes using a time quantum (default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Adaptive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CPU-intensive → SJF</a:t>
            </a:r>
          </a:p>
          <a:p>
            <a:pPr>
              <a:spcAft>
                <a:spcPts val="1400"/>
              </a:spcAft>
              <a:defRPr sz="2100"/>
            </a:pPr>
            <a:r>
              <a:t>I/O-intensive → Round Robin</a:t>
            </a:r>
          </a:p>
          <a:p>
            <a:pPr>
              <a:spcAft>
                <a:spcPts val="1400"/>
              </a:spcAft>
              <a:defRPr sz="2100"/>
            </a:pPr>
            <a:r>
              <a:t>Mixed → Priority</a:t>
            </a:r>
          </a:p>
          <a:p>
            <a:pPr>
              <a:spcAft>
                <a:spcPts val="1400"/>
              </a:spcAft>
              <a:defRPr sz="2100"/>
            </a:pPr>
            <a:r>
              <a:t>The mapping is explicit and explainable; the classifier is a prototype trained on synthetic examples.</a:t>
            </a:r>
          </a:p>
          <a:p>
            <a:pPr>
              <a:spcAft>
                <a:spcPts val="1400"/>
              </a:spcAft>
              <a:defRPr sz="2100"/>
            </a:pPr>
            <a:r>
              <a:t>Adaptation is not assumed to outperform all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Average waiting time</a:t>
            </a:r>
          </a:p>
          <a:p>
            <a:pPr>
              <a:spcAft>
                <a:spcPts val="1400"/>
              </a:spcAft>
              <a:defRPr sz="2100"/>
            </a:pPr>
            <a:r>
              <a:t>Average turnaround time</a:t>
            </a:r>
          </a:p>
          <a:p>
            <a:pPr>
              <a:spcAft>
                <a:spcPts val="1400"/>
              </a:spcAft>
              <a:defRPr sz="2100"/>
            </a:pPr>
            <a:r>
              <a:t>Average response time</a:t>
            </a:r>
          </a:p>
          <a:p>
            <a:pPr>
              <a:spcAft>
                <a:spcPts val="1400"/>
              </a:spcAft>
              <a:defRPr sz="2100"/>
            </a:pPr>
            <a:r>
              <a:t>Throughput (processes per time unit)</a:t>
            </a:r>
          </a:p>
          <a:p>
            <a:pPr>
              <a:spcAft>
                <a:spcPts val="1400"/>
              </a:spcAft>
              <a:defRPr sz="2100"/>
            </a:pPr>
            <a:r>
              <a:t>Estimated CPU utilization</a:t>
            </a:r>
          </a:p>
          <a:p>
            <a:pPr>
              <a:spcAft>
                <a:spcPts val="1400"/>
              </a:spcAft>
              <a:defRPr sz="2100"/>
            </a:pPr>
            <a:r>
              <a:t>All algorithms receive the same generated workload for each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Results: Waiting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See generated charts in the results folder or website dashboard.</a:t>
            </a:r>
          </a:p>
          <a:p>
            <a:pPr>
              <a:spcAft>
                <a:spcPts val="1400"/>
              </a:spcAft>
              <a:defRPr sz="2100"/>
            </a:pPr>
            <a:r>
              <a:t>Run the program to regenerate results for any seed.</a:t>
            </a:r>
          </a:p>
          <a:p>
            <a:pPr>
              <a:spcAft>
                <a:spcPts val="1400"/>
              </a:spcAft>
              <a:defRPr sz="2100"/>
            </a:pPr>
            <a:r>
              <a:t>Compare metrics by workload category; no single algorithm is best on every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Results: Turnaround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Generated from the included executable simulation (seed 42).</a:t>
            </a:r>
          </a:p>
          <a:p>
            <a:pPr>
              <a:spcAft>
                <a:spcPts val="1400"/>
              </a:spcAft>
              <a:defRPr sz="2100"/>
            </a:pPr>
            <a:r>
              <a:t>Use results/benchmark_results.csv to inspect exact values.</a:t>
            </a:r>
          </a:p>
          <a:p>
            <a:pPr>
              <a:spcAft>
                <a:spcPts val="1400"/>
              </a:spcAft>
              <a:defRPr sz="2100"/>
            </a:pPr>
            <a:r>
              <a:t>Repeat with --seed 17 to see a different reproducible workload.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Simulation only; no kernel modification.</a:t>
            </a:r>
          </a:p>
          <a:p>
            <a:pPr>
              <a:spcAft>
                <a:spcPts val="1400"/>
              </a:spcAft>
              <a:defRPr sz="2100"/>
            </a:pPr>
            <a:r>
              <a:t>I/O-intensive workload is approximated using short CPU bursts.</a:t>
            </a:r>
          </a:p>
          <a:p>
            <a:pPr>
              <a:spcAft>
                <a:spcPts val="1400"/>
              </a:spcAft>
              <a:defRPr sz="2100"/>
            </a:pPr>
            <a:r>
              <a:t>Classifier is a simple nearest-centroid model trained on synthetic examples.</a:t>
            </a:r>
          </a:p>
          <a:p>
            <a:pPr>
              <a:spcAft>
                <a:spcPts val="1400"/>
              </a:spcAft>
              <a:defRPr sz="2100"/>
            </a:pPr>
            <a:r>
              <a:t>Next: explicit I/O blocking, held-out evaluation, confusion matrix, fairness and overhead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Built a runnable scheduling simulator and adaptive policy-selection prototype.</a:t>
            </a:r>
          </a:p>
          <a:p>
            <a:pPr>
              <a:spcAft>
                <a:spcPts val="1400"/>
              </a:spcAft>
              <a:defRPr sz="2100"/>
            </a:pPr>
            <a:r>
              <a:t>Provides reproducible baseline comparisons and exportable results.</a:t>
            </a:r>
          </a:p>
          <a:p>
            <a:pPr>
              <a:spcAft>
                <a:spcPts val="1400"/>
              </a:spcAft>
              <a:defRPr sz="2100"/>
            </a:pPr>
            <a:r>
              <a:t>Next step is deeper evaluation before claiming performance gains.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Open Command Prompt in the project folder.</a:t>
            </a:r>
          </a:p>
          <a:p>
            <a:pPr>
              <a:spcAft>
                <a:spcPts val="1400"/>
              </a:spcAft>
              <a:defRPr sz="2100"/>
            </a:pPr>
            <a:r>
              <a:t>Run: py src\adaptive_scheduler.py</a:t>
            </a:r>
          </a:p>
          <a:p>
            <a:pPr>
              <a:spcAft>
                <a:spcPts val="1400"/>
              </a:spcAft>
              <a:defRPr sz="2100"/>
            </a:pPr>
            <a:r>
              <a:t>Inspect predicted workload and selected policy.</a:t>
            </a:r>
          </a:p>
          <a:p>
            <a:pPr>
              <a:spcAft>
                <a:spcPts val="1400"/>
              </a:spcAft>
              <a:defRPr sz="2100"/>
            </a:pPr>
            <a:r>
              <a:t>Open results\benchmark_results.csv in Excel.</a:t>
            </a:r>
          </a:p>
          <a:p>
            <a:pPr>
              <a:spcAft>
                <a:spcPts val="1400"/>
              </a:spcAft>
              <a:defRPr sz="2100"/>
            </a:pPr>
            <a:r>
              <a:t>Change seed: py src\adaptive_scheduler.py --seed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